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Arial"/>
              </a:defRPr>
            </a:pPr>
            <a:r>
              <a:t>BRIGHTWAY RETAIL GROUP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  <a:latin typeface="Arial"/>
              </a:defRPr>
            </a:pPr>
            <a:r>
              <a:t>Sales &amp; Inventory System (V1)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Centralized Web Architecture, Project Execution &amp; Live Demo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1. Executive Context: Problem to Requirements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Transforming 6 disconnected branch operations into a unified web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4480559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Legacy Challenges  [BEFORE]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Spreadsheet Chaos across 6 operational branches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Stock Discrepancies between store and Head Office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Unrecorded Transfers between branch locations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Delayed Reporting preventing same-day sales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965960"/>
            <a:ext cx="4480559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V1 Core Solution  [AFTER]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Single Source of Truth with real-time central DB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Atomic POS Transactions with instant stock lock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Accountable 2-Step Inter-Branch Transfer lifecycle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Same-Day Reports with instant CSV data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2. Project Scope Boundaries (V1 Focus)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Clear demarcation to guarantee rapid, high-quality core delivery.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4480559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In-Scope (V1 Core Baseline)  [DELIVERED]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Product Catalog &amp; Category Management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Branch Inventory &amp; Low-Stock Alert Thresholds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High-Speed Cashier POS Checkout &amp; Thermal Receipts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2-Step Inter-Branch Stock Transfers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Supplier Directory &amp; Purchase Order Goods Receiving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Daily Sales Summaries &amp; Low-Stock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965960"/>
            <a:ext cx="4480559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Out-of-Scope (V2 Roadmap)  [FUTURE V2]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Native Mobile Application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AI Demand Forecasting &amp; Auto-Restock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Full General Ledger Accounting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Customer Loyalty &amp; Advanced CRM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Hardware Barcode Scanner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3. Technical Architecture &amp; Decisions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Why every technology was selected for performance, reliability, and 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26517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Modular Monolith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Next.js 14 App Router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TypeScript &amp; React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Fast single-repo build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Zero API network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59" y="1965960"/>
            <a:ext cx="26517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Atomic Transactions  [SAFE]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Prisma ORM ($transaction)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Guaranteed stock consistency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Prevents negative stock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Safe concurrent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965960"/>
            <a:ext cx="2743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Minimalist Light UI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Tailwind CSS styling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Ultra-clean white theme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High-contrast readability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Day-one staff adoption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4. Agile Execution &amp; Jira Workflow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Structured sprint cadence delivering functional modules sequentially.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10088575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Sprint Execution (Jira Managed)  [100% COMPLETED]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Sprint 1: Database Schema, Prisma Migrations &amp; Seeding (6 Branches + 7 Roles)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Sprint 2: Product Catalog &amp; Branch Inventory Telemetry with Low Stock Thresholds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Sprint 3: High-Speed POS Checkout Engine &amp; 2-Step Inter-Branch Transfer Workflow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Sprint 4: Supplier Purchase Orders, Goods Receiving &amp; Executive CSV Reports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Jira Alignment: 100% User Stories mapped to acceptance criteria and verified.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5. Security &amp; Role-Based Access (7 Roles)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Strict middleware permission boundaries across Head Office and Branch staff.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4480559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Head Office Personas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System Administrator: Full access company-wide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Operations Director: Read-only report oversight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Purchasing Staff: Manage suppliers &amp; POs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Finance: Audit sales revenue &amp; purchasing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965960"/>
            <a:ext cx="4480559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Branch Personas &amp; Switcher  [DEMO READY]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Branch Manager: Local stock &amp; transfers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Inventory Staff: Local counts &amp; receiving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Cashier: High-speed POS &amp; receipts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1-Click Role Switcher: Instant live persona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LIVE SYSTEM DEMO &amp; VERIFICATION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Running Server: http://localhost:3000</a:t>
            </a:r>
          </a:p>
          <a:p>
            <a:pPr>
              <a:spcBef>
                <a:spcPts val="12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✓  POS Checkout Test — Atomic stock lock, discount application &amp; printable receipt</a:t>
            </a:r>
          </a:p>
          <a:p>
            <a:pPr>
              <a:spcBef>
                <a:spcPts val="12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✓  Stock Transfer Test — 2-step PENDING -&gt; COMPLETED stock movements between stores</a:t>
            </a:r>
          </a:p>
          <a:p>
            <a:pPr>
              <a:spcBef>
                <a:spcPts val="12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✓  PO Receiving Test — Log incoming vendor items directly into target branch inventory</a:t>
            </a:r>
          </a:p>
          <a:p>
            <a:pPr>
              <a:spcBef>
                <a:spcPts val="12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✓  RBAC Switcher Test — Seamless 1-click persona switching across all 7 user roles</a:t>
            </a:r>
          </a:p>
          <a:p>
            <a:pPr>
              <a:spcBef>
                <a:spcPts val="1200"/>
              </a:spcBef>
              <a:defRPr sz="1600">
                <a:solidFill>
                  <a:srgbClr val="E2E8F0"/>
                </a:solidFill>
                <a:latin typeface="Arial"/>
              </a:defRPr>
            </a:pPr>
            <a:r>
              <a:t>✓  Reporting &amp; Export Test — Instant CSV generation for sales summaries and low stock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6. Key Results &amp; Operational Impact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Immediate business benefits realized upon V1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26517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100% Stock Accuracy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Atomic database locks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Zero overselling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Eliminated spreadsheet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59" y="1965960"/>
            <a:ext cx="26517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Same-Day Insights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Real-time sales capture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Instant branch comparison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1-click CSV data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965960"/>
            <a:ext cx="2743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Zero Training Barrier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Clean white UI design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Intuitive checkout cart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Fast store clerk onboarding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7. Open Questions &amp; Future Horizons (V2)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Next steps for strategic roadmap alignment.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4480559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V2 Strategic Horizons  [NEXT STEPS]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Hardware Barcode Scanning for instant scan-to-cart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Mobile Tablet App for branch stock counting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Omnichannel Order Sync for online store integration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Automated Restock Rules based on sales 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965960"/>
            <a:ext cx="4480559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Open Discussion Questions  [Q &amp; A]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1. Should low-stock thresholds auto-adjust per season?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2. Which additional payment gateways (e.g. Mobile Pay) are needed?</a:t>
            </a:r>
          </a:p>
          <a:p>
            <a:pPr>
              <a:spcBef>
                <a:spcPts val="12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• 3. Do specific branches require offline caching for spotty internet?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